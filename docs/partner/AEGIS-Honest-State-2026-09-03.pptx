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for the partner: every claim in this deck maps to one of three labels. The repos enforce that discipline mechanically (MATURITY.yaml drift check in CI, NOT-CLAIMS.md, evidence files with account ids redacted). Ask them to hold us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267 tests are offline and CI-enforced; the live gates are separate scripts that deploy, prove, and tear down. This week alone: from-zero ENFORCE, multi-tenant e2e, per-tenant audit routing, observability, the consolidated 111 gate on the tag, and the kill-switch gate (4 runs).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with the partner: 'live' means an actual deployment exercised with real API calls and the evidence captured, then destroyed. It does not mean production-hardened, load-tested, or pen-tested.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partner asks 'what would embarrass us in front of a customer', this slide is the answer. The right response is to hand them the RACI (docs/10) and the gap backlog and ask which rows they will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that 'true multi-tenancy' as a SaaS operator understands it (billing, onboarding, isolation guarantees at the account boundary) is not there. What IS there is the hard security part: derivation, routing and evidence, with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thing we can say to the partner is: don't take our word for it, the proofs are scripts. Their independent run becomes the first third-party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packaging conversation. What we bring: the governance core, the IaC, the evidence discipline, and the willingness to be measured. What we need from a partner: operations, assurance, and the commercial wrapper.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on Amazon Bedrock AgentCore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state of the platform — for partner validation, packaging and support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deployed and live-validated today, what only exists offline, what is not built, and what a partner would have to own to take it to customers with true multi-tenancy.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D8102"/>
          </a:solidFill>
          <a:ln w="12700">
            <a:solidFill>
              <a:srgbClr val="1D810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976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4297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+ exercised with real requests; evidence file cited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6634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6634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+ unit-tested, not wired into any deployed path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50292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0292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5029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or document only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September 2026 · benefits pack v0.3.0-pilot-rc1 + main · governed-core 1.8.0 · single source of truth: MATURITY.yaml, NOT-CLAIMS.md, evidence/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— in one sentence, and in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governed-agent reference implementation on AgentCore: deployable IaC, a shared hash-pinned control core, and live evidence — not yet a product.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 stacks per deployment (+1 data stack per tenant)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737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repos: platform · governed-core · benefits pack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737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267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tests in CI (168 + 44 + 55), all green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737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gates run from zero this week, all torn 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532120" cy="2697480"/>
          </a:xfrm>
          <a:prstGeom prst="roundRect">
            <a:avLst>
              <a:gd name="adj" fmla="val 2712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584448"/>
            <a:ext cx="5202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runs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931920"/>
            <a:ext cx="52029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(Strands agent, ADOT) → AgentCore Gateway (MCP, CUSTOM_JWT) with a Cedar policy engine in ENFORCE and a request interceptor → 16 governed Lambdas → a deterministic Step Functions controller with a human sign-off gate → per-tenant DynamoDB + S3 Object Lock WORM ledgers → X-Ray/Transaction Search, gateway vended logs, Bedrock model-invocation logs.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Amazon Cognito (RS256 JWT, tenant derived from group membership). Every control ships in governed-core, pinned by URL + sha256 with --require-hashes; a CI gate refuses drift from the lock.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47472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ECEEF1"/>
          </a:solidFill>
          <a:ln w="12700">
            <a:solidFill>
              <a:srgbClr val="ECEE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28232" y="3584448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 (per NOT-CLAIMS.md)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28232" y="3931920"/>
            <a:ext cx="5020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AWS service, not AWS-supported, not an AWS Solution. Not a compliance certification; no ATO, SOC 2, HITRUST, FedRAMP/StateRAMP. Not production-ready for regulated data without customer-specific validation.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customer-owned, readable, AWS-native implementation with no proprietary runtime dependency — which is exactly why a partner can validate, package and support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LIVE today — deployed from zero, proven with real requests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below has a dated evidence file in benefits/evidence/ with the exact checks, counts and failures.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8F4E5"/>
          </a:solidFill>
          <a:ln w="12700">
            <a:solidFill>
              <a:srgbClr val="E8F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739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D8102"/>
          </a:solidFill>
          <a:ln w="12700">
            <a:solidFill>
              <a:srgbClr val="1D810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739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tool gateway in ENFORCE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8483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+ Cedar policy engine, attached as IaC; un-authorized identities see 0 tools and get 403. AGENTCORE-E2E-FROMZERO-2026-09-02.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8F4E5"/>
          </a:solidFill>
          <a:ln w="12700">
            <a:solidFill>
              <a:srgbClr val="E8F4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739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D8102"/>
          </a:solidFill>
          <a:ln w="12700">
            <a:solidFill>
              <a:srgbClr val="1D810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7739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masking, pass-by-reference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08483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Comprehend-backed mask → HMAC-signed sanitized_ref; raw text never in workflow state; strict PII canary: 0 leaks (EP1, 111 gate).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16352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8F4E5"/>
          </a:solidFill>
          <a:ln w="12700">
            <a:solidFill>
              <a:srgbClr val="E8F4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4436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D8102"/>
          </a:solidFill>
          <a:ln w="12700">
            <a:solidFill>
              <a:srgbClr val="1D810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9443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29077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with separation of duties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255264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waitForTaskToken gate; approve path verifies the Cognito token, SoD, single-use approval; finalize is exactly-once and refuses a raw send-task-success.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816352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8F4E5"/>
          </a:solidFill>
          <a:ln w="12700">
            <a:solidFill>
              <a:srgbClr val="E8F4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94436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D8102"/>
          </a:solidFill>
          <a:ln w="12700">
            <a:solidFill>
              <a:srgbClr val="1D810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29443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9077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255264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DynamoDB ledger + S3 Object Lock copy + IAM deny on update/delete/retention bypass + CloudTrail data events; verify_chain.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86784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8F4E5"/>
          </a:solidFill>
          <a:ln w="12700">
            <a:solidFill>
              <a:srgbClr val="E8F4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1148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D8102"/>
          </a:solidFill>
          <a:ln w="12700">
            <a:solidFill>
              <a:srgbClr val="1D810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1148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737360" y="40782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multi-tenancy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425696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DERIVED from the verified identity (interceptor, HMAC pair); per-tenant DataStacks incl. each tenant's own ledger + vault; cross-tenant deny 5/5, routing 12/12.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986784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8F4E5"/>
          </a:solidFill>
          <a:ln w="12700">
            <a:solidFill>
              <a:srgbClr val="E8F4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41148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D8102"/>
          </a:solidFill>
          <a:ln w="12700">
            <a:solidFill>
              <a:srgbClr val="1D810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41148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40782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per-case transparency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4425696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correlation set (tenant · session · trace · request · case) across agent spans, gateway rows, Lambda lines, model-invocation rows and the WORM record; 13/13 per tenant.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157216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8F4E5"/>
          </a:solidFill>
          <a:ln w="12700">
            <a:solidFill>
              <a:srgbClr val="E8F4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52852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D8102"/>
          </a:solidFill>
          <a:ln w="12700">
            <a:solidFill>
              <a:srgbClr val="1D810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2852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52486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(one command)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559612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first by interceptor, every tool Lambda and the Runtime; 13.9 s to effect; running session stopped; IAM + code separation of duties; 29/29 (2026-09-03).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5157216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8F4E5"/>
          </a:solidFill>
          <a:ln w="12700">
            <a:solidFill>
              <a:srgbClr val="E8F4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52852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D8102"/>
          </a:solidFill>
          <a:ln w="12700">
            <a:solidFill>
              <a:srgbClr val="1D810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55080" y="52852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406640" y="52486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gate on the release tag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355080" y="559612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above on ONE deployment of v0.3.0-pilot-rc1 + a 0-unexpected-errors sweep across 20 log groups (AGENTCORE-111-GATE-2026-09-02).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validation was in one AWS account, one region (us-east-1), with synthetic data, 2 tenants, low volume, sandbox retention profile. Every environment was torn down to zero residue.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there — the gaps a partner will find in week one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hidden; they are recorded in MATURITY.yaml (out_of_repo), the gap backlog and the honest-status docs.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55648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built, but nothing deployed uses 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03120"/>
            <a:ext cx="328269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Token-budget hard/soft cap meter and the manifest budget block (platform_core) — no deployed component enforces a cap. Per-tenant usage IS tracked live.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Budgets $ ceiling with an action → not built.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 reference gateway (API Gateway + Cognito path) — a second, older gateway implementation that duplicates the AgentCore path. A consolidation decision is owed.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Signed manifests, KMS-asymmetric verification, manifest→Cedar compiler — proven on the reference stack in July, not wired into the AgentCore packs.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ECEEF1"/>
          </a:solidFill>
          <a:ln w="12700">
            <a:solidFill>
              <a:srgbClr val="ECEE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1755648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— design or document only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62272" y="2103120"/>
            <a:ext cx="328269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Day-2 operations: monitoring/alerting runbooks, on-call, DR, backup/restore, RTO/RPO.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 SaaS OPERATIONS: multi-account / Organizations tenancy, tenant onboarding + offboarding automation, metering &amp; billing, operator console, quotas / noisy-neighbour controls.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systems-of-record connectors (only a DynamoDB SoR was proven).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Independent penetration test, compliance evidence package, ATO/StateRAMP path, model-risk validation, accessibility testing.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GovCloud validation (Terraform variant exists; never deployed).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11312" y="1755648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warts (honest)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11312" y="2103120"/>
            <a:ext cx="32369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AgentCore Policy is an AWS preview feature; the platform_core engine stays a fail-closed fallback + parity oracle until GA.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the benefits pack carries multi-tenancy, correlation and the kill switch; the pharmacovigilance and education packs are behind (governed-core 1.5-era).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EP1 Gate-B posture (customer-managed CMK, zero-egress private networking, MFA identity) was last walked live on 2026-07-27 on an older tag — synth-tested since, not re-walked.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Free-text PII depends on Comprehend NER; structured PII on deterministic rules. No independent measurement of masking recall.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legacy shell engine remains in the repo as reference; docs are extensive and need a partner-facing cut.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"True multi-tenancy" — what the words mean here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model: ONE shared control plane, physically separate per-tenant data, ONE AWS account.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2240280"/>
          </a:xfrm>
          <a:prstGeom prst="roundRect">
            <a:avLst>
              <a:gd name="adj" fmla="val 3265"/>
            </a:avLst>
          </a:prstGeom>
          <a:solidFill>
            <a:srgbClr val="E8F4E5"/>
          </a:solidFill>
          <a:ln w="12700">
            <a:solidFill>
              <a:srgbClr val="E8F4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55648"/>
            <a:ext cx="5202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81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live (2 tenants, 2026-09-02/03)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03120"/>
            <a:ext cx="52029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Tenant is derived from the verified identity (Cognito tenant_&lt;id&gt; group → gateway interceptor → HMAC-signed pair) and never accepted from a request body or the model.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tenant gets its own case store, sanitized artifacts, audit ledger, approvals register and Object Lock vault; the shared base stores received 0 writes across whole runs.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Cross-tenant: 0 tools listed + 403 for an un-tenanted identity; an execution without the signed pair fails at its first state.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Per-tenant transparency, per-tenant kill-switch denial records; mirror IAM grants scoped to the deployment prefix.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CEEF1"/>
          </a:solidFill>
          <a:ln w="12700">
            <a:solidFill>
              <a:srgbClr val="ECEE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28232" y="1755648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 / not built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2103120"/>
            <a:ext cx="50200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Account-level isolation (AWS Organizations / one account per tenant) — designed, not deployed.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Per-tenant KMS keys (the CMK is per deployment), per-tenant retention, per-tenant egress.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Tenant onboarding/offboarding automation, data export, quotas, noisy-neighbour protection, per-tenant cost metering and billing.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Scale: validated with 2 tenants and tens of calls; no load or concurrency test.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identity provider is Cognito; enterprise IdP federation (Entra/Okta/Login.gov) is a documented path, not exercised.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178808"/>
            <a:ext cx="10735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for the partner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526280"/>
            <a:ext cx="10735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hybrid model (shared control plane + per-tenant data in one account) the tenancy model you would package and support for State &amp; Local customers, or do you require account-per-tenant? The control plane is built so that either can be layered on: the tenant binding, routing and evidence path do not change; what changes is where the DataStacks live and how identities federate. This decision drives the validation plan more than any other.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partner should validate it — reproduce, don't trust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scripted; the partner should run it in their own account and compare against our evidence files.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459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deploy from the tag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116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 deploy --all from v0.3.0-pilot-rc1 (silo) and from main with -c tenants=a,b (multi-tenant). Expect 8 stacks + 1 per tenant; no manual steps.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6459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our gates, unmodified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0116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gate_111.py (isolation + audit routing + transparency + PII canary), kill_switch_proof.py, e2e_regression.py. Compare counts with evidence/*.md.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08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break it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4747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the gateway (forged tenant pair, replayed approval, raw send-task-success, prompt injection to call finalize/refer_fraud), engage the switch mid-run, remove the SSM grant and confirm fail-closed.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108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claims against the tree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4747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MATURITY.yaml is drift-checked in CI; NOT-CLAIMS.md and the LIVE/OFFLINE/NOT BUILT diagram are the honesty boundary. Flag anything that reads stronger than its evidence.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5720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what you would have to operate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9377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in docs/ops (kill switch, incident response), the RACI in docs/10, the gap backlog. Decide which rows you own, which the customer owns, which need AWS.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617720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5720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tenancy model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9377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in-account vs account-per-tenant (Organizations). Then scope onboarding, metering and IdP federation against that decision.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effort: a 2–3 week validation sprint by 1–2 engineers with an AWS account; all environments are disposable and tear down to zero residue.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partner would own to package and support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in priority order; items 1–3 block any customer with real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190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operations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719072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Monitoring/alerting, on-call, DR and backup/restore, upgrade path for governed-core releases, support tiers and SLAs.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532888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688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assurance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468880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penetration test, threat-model review, compliance evidence package (not just mappings), pathway to StateRAMP/FedRAMP where required.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4553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282696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186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operations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218688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isolation model (in-account hybrid vs account-per-tenant), onboarding/offboarding automation, IdP federation, per-tenant keys/retention, metering and billing.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9534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032504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96849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968496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per-tenant token budget (meter exists offline), AWS Budgets $ ceiling with an action that engages the kill switch (B1–B5 in TOKEN-BUDGETS-AND-COST-CEILINGS.md).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4515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782312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7183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71830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systems-of-record connectors (eligibility systems, case management), guardrail tuning and eval gold sets per customer.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532120"/>
            <a:ext cx="384048" cy="38404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546811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hygiene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5468112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PV and EDU packs to parity, retire the legacy shell engine and the duplicate reference gateway, cut partner-facing docs, GovCloud validation.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validation-first path: nothing is sold on a claim we cannot reproduce in front of the partner.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3EEF7"/>
          </a:solidFill>
          <a:ln w="12700">
            <a:solidFill>
              <a:srgbClr val="E3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2 weeks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validation sprint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 reproduces the deploy + gates in their account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Joint red-team session on the gateway and the kill switch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 reviews MATURITY.yaml, NOT-CLAIMS, RACI, gap backlog and returns a written assessment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Decision: tenancy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blocking gaps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517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per-tenant budget + $ ceiling (task #128)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Re-walk the Gate-B posture (CMK, private networking, MFA) on the current tag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Day-2 runbooks + monitoring to the partner's standard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Pen-test scope agreed; PV/EDU parity if in scope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days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partner + package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6517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named design-partner agency, synthetic → real data under a signed data agreement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automation for the chosen tenancy model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model, pricing, release cadence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third-party evidence package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of the partner today: (1) will you run the validation sprint, (2) which tenancy model would you support, (3) which RACI rows would you own.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positioning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5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“AEGIS is a customer-owned, AWS-native governed-agent reference implementation on Amazon Bedrock AgentCore, with a hash-pinned shared control core and live, reproducible evidence for deny-by-default tool access, fail-closed masking, human sign-off with separation of duties, tamper-evident audit, hybrid multi-tenancy, full transparency and a one-command kill switch. It is not yet an operated product: day-2 operations, tenancy operations, security assurance and cost ceilings are the partner's work to own.”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in the repos: MATURITY.yaml · NOT-CLAIMS.md · docs/GAP-CLOSURE-BACKLOG.md · docs/10-PRODUCTION-READINESS-RACI.md · docs/ops/KILL-SWITCH.md · docs/TOKEN-BUDGETS-AND-COST-CEILINGS.md · docs/ARCHITECTURE-DEPLOYED.drawio · benefits/evidence/*.md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— honest state of the platform (2026-09-03)</dc:title>
  <dc:subject>PptxGenJS Presentation</dc:subject>
  <dc:creator>David Ryder</dc:creator>
  <cp:lastModifiedBy>David Ryder</cp:lastModifiedBy>
  <cp:revision>1</cp:revision>
  <dcterms:created xsi:type="dcterms:W3CDTF">2026-09-03T16:33:30Z</dcterms:created>
  <dcterms:modified xsi:type="dcterms:W3CDTF">2026-09-03T16:33:30Z</dcterms:modified>
</cp:coreProperties>
</file>